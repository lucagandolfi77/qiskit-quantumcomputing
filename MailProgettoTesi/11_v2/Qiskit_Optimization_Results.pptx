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Quantum vs Classical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18CF0"/>
                </a:solidFill>
                <a:latin typeface="Calibri"/>
              </a:defRPr>
            </a:pPr>
            <a:r>
              <a:t>Server-VM Workload Placement with Qiskit ADMM &amp; QAOA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36 problem instances  |  1-6 Servers  |  1-6 VMs  |  100%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Calibri"/>
              </a:defRPr>
            </a:pPr>
            <a:r>
              <a:t>Qiskit 1.x  •  qiskit-optimization  •  qiskit-algorithms  •  DOcplex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1. 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Objective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Minimize the total cost of running N servers hosting M virtual machines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Cost = fixed server activation cost + dynamic CPU utilization cost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Compare a classical exact solver against a quantum QAOA solver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This is a Mixed-Integer Quadratic Program (MIQP):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Binary variables: server on/off (sᵢ)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Continuous variables: VM-to-server load (vⱼᵢ), CPU usage (uⱼ)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Real-world application: cloud data center workload placement,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where we allocate VMs across physical servers to minimize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energy and operational costs under capacity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Mathematical Formulation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Minimize: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Σᵢ [ πᵢ·sᵢ + δᵢ·Σⱼ (uⱼ·vⱼᵢ) ]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Subject to: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Server load:  Σⱼ vⱼᵢ ≥ capᵢ − 1      ∀i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Server ON:    sᵢ = 1                  ∀i (if require_all_on)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VM allocation: Σᵢ vⱼᵢ ≤ limitⱼ    ∀j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Min CPU:       uⱼ ≥ min_cpu          ∀j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Variables: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sᵢ ∈ {0,1}  •  vⱼᵢ ≥ 0  •  uⱼ ≥ 1.0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Tested configurations: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N ∈ {1,2,3,4,5,6}  ×  M ∈ {1,2,3,4,5,6}  = 36 instances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2. Solution Approach: ADMM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ADMM (Alternating Direction Method of Multipliers)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Decomposes the MIQP into sub-problems: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1. Binary sub-problem (server on/off decisions)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→ Solved as QUBO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2. Continuous sub-problem (load allocation)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→ Solved via COBYLA optimizer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3. Iteratively update Lagrange multipliers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until convergence (tol = 1e-4)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ADMM Parameters: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ρ_initial = 100,  β = 1000,  factor_c = 900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Three-block decomposition enabled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Classical: maxiter = 100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Quantum:   maxiter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Two Solver Configurations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Classical (Exact):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QUBO sub-problem → NumPyMinimumEigensolver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Finds exact ground state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Continuous sub-problem → COBYLA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Quantum (QAOA):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QUBO sub-problem → QAOA algorithm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- StatevectorSampler (noiseless simulation)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- COBYLA optimizer (maxiter=300)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  - reps = 3 (variational circuit depth)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• Continuous sub-problem → COBYLA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Both pipelines use identical problem formulation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and ADMM framework — only the QUBO solver differs.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This enables a fair comparison of quantum vs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classical performance on the combinatorial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3. Code Structure: qiskit_opt.py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DOcplex 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25603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Decision variables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s_vars = [mdl.binary_var(name=f"si{i}")        # server ON/OFF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for i in range(n_servers)]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v_vars = {(j,i): mdl.continuous_var(lb=0.0,    # VM load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 name=f"vj{j}i{i}")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for j in range(n_vms) for i in range(n_servers)}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u_vars = [mdl.continuous_var(lb=min_cpu,        # CPU usage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 name=f"uj{j}") for j in range(n_vms)]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Objective: min server cost + utilization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obj = mdl.sum(pi[i]*s[i] + pd[i]*sum(u[j]*v[j,i]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for j in range(n_vms)) for i in range(n_servers))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mdl.minimize(obj)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5303520" cy="182880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Server load constraint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for i in range(n_servers):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mdl.add(sum(v[j,i] for j in range(n_vms))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  &gt;= capacities[i] - 1)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VM allocation limit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for j in range(n_vms):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mdl.add(sum(v[j,i] for i in range(n_servers))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        &lt;= vm_allocation_limits[j])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ADMM Optimizer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25603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Translate DOcplex -&gt; Qiskit QuadraticProgram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qp = from_docplex_mp(mdl)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Classical: exact eigensolver for QUBO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exact = MinimumEigenOptimizer(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NumPyMinimumEigensolver())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admm_classic = ADMMOptimizer(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params=admm_params, qubo_optimizer=exact,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continuous_optimizer=cobyla)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Quantum: QAOA for QUBO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qaoa_algo = QAOA(sampler=Sampler(),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optimizer=COBYLA(maxiter=300), reps=3)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qaoa = MinimumEigenOptimizer(qaoa_algo)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admm_quantum = ADMMOptimizer(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params=admm_params, qubo_optimizer=qaoa,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    continuous_optimizer=cobyla)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Solve &amp; Post-process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663440"/>
            <a:ext cx="5486400" cy="182880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Solve both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result_classic = admm_classic.solve(qp)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result_classic = snap_to_feasible(result_classic, qp)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result_quantum = admm_quantum.solve(qp)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result_quantum = snap_to_feasible(result_quantum, qp)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snap_to_feasible fixes tiny ADMM rounding errors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0E0A0"/>
                </a:solidFill>
                <a:latin typeface="Courier New"/>
              </a:defRPr>
            </a:pPr>
            <a:r>
              <a:t># so Qiskit's strict feasibility check passes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4. Post-Processing: snap_to_feasible()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The Challenge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ADMM produces approximate solutions with ~1e-4 error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Qiskit's qp.is_feasible(x) uses strict zero-tolerance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→ Tiny violations cause INFEASIBLE status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Solution: Iterative constraint repair (up to 20 passes)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Algorithm: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1. Clamp all variables to their bounds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2. Identify LE-tight variables (at ceiling within 1e-10)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3. Fix GE violations: distribute deficit across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continuous variables, preferring those NOT at a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   LE ceiling (avoids oscillation between constraints)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4. Fix LE violations: distribute excess across vars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5. Re-clamp and repeat if violations remain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Key insight: excluding LE-tight variables from GE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repairs prevents infinite oscillation between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competing constraint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Core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def snap_to_feasible(result, qp):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x = np.array(result.x, dtype=float)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x = np.clip(x, lb, ub)   # step 1: clamp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for _ in range(20):       # iterative repair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# Find vars tight against LE ceilings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le_tight = set()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for con in qp.linear_constraints: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if con.sense == LE and evaluate(x) &gt;= rhs - 1e-10: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le_tight |= {k for k,c in con.linear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         if c &gt; 0 and is_continuous[k]}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for con in qp.linear_constraints: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if sense == GE and lhs &lt; rhs:  # GE violation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deficit = rhs - lhs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# Prefer vars NOT at LE ceiling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cands = [k for k in coeffs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     if k not in le_tight]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# Distribute deficit proportionally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for k, c in cands: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share = deficit * room[k] / total_room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x[k] += share / 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elif sense == LE and lhs &gt; rhs: # LE violation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excess = lhs - rhs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# Distribute excess proportionally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for k, c in cands: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share = excess * room[k] / total_room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            x[k] -= share / 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x = np.clip(x, lb, ub)  # re-clamp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if qp.is_feasible(x):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A0E0A0"/>
                </a:solidFill>
                <a:latin typeface="Courier New"/>
              </a:defRPr>
            </a:pPr>
            <a:r>
              <a:t>        result.status =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5. Results: Feasibility</a:t>
            </a:r>
          </a:p>
        </p:txBody>
      </p:sp>
      <p:pic>
        <p:nvPicPr>
          <p:cNvPr id="3" name="Picture 2" descr="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3204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Key Finding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36 / 36 instances: SUCCESS for both solvers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Both classical and quantum ADMM pipelines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achieve 100% feasibility across all tested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problem sizes (1-6 servers × 1-6 VMs).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The snap_to_feasible() post-processing is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essential: without it, only ~22% of ADMM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solutions pass Qiskit's strict zero-tolerance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feasibility check.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Classical and quantum solvers consistently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find the same objective value, confirming that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QAOA correctly solves the binary sub-problem.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6. Results: Execution Time Comparison</a:t>
            </a:r>
          </a:p>
        </p:txBody>
      </p:sp>
      <p:pic>
        <p:nvPicPr>
          <p:cNvPr id="3" name="Picture 2" descr="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42371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Classical solver is consistently faster (expected: exact eigensolver is O(2ⁿ) but n is small here)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Quantum overhead comes from QAOA circuit simulation (StatevectorSampler) — would improve on real hardware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Speedup range: 0.021x – 0.477x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7. Results: Speedup Analysis</a:t>
            </a:r>
          </a:p>
        </p:txBody>
      </p:sp>
      <p:pic>
        <p:nvPicPr>
          <p:cNvPr id="3" name="Picture 2" descr="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42371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Speedup &lt; 1.0 means classical is faster (as expected in simulation)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Speedup increases with more VMs (larger continuous sub-problems)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Drops sharply at 6 servers due to quantum circuit depth scaling exponentially with qubits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8. Results: Quantum Solver Scaling</a:t>
            </a:r>
          </a:p>
        </p:txBody>
      </p:sp>
      <p:pic>
        <p:nvPicPr>
          <p:cNvPr id="3" name="Picture 2" descr="scal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943600" cy="45189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Scaling Observations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Quantum time is dominated by the number of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binary variables (= number of servers)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6 servers → 6 qubits in QAOA circuit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  → 2⁶ = 64 dimensional statevector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Critical bottleneck: 6s×3v = 70.8s (ADMM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needed 3 iterations, each running QAOA)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Adding VMs increases continuous variables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but does not increase qubit count →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moderate time increase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Worst case: 6s×6v at 53.4s (more ADMM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iterations due to problem complexity)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9. Results: Objective Values</a:t>
            </a:r>
          </a:p>
        </p:txBody>
      </p:sp>
      <p:pic>
        <p:nvPicPr>
          <p:cNvPr id="3" name="Picture 2" descr="objective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46600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Objective ≈ sum(capacities) for require_all_on=True (dominated by fixed server costs)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Classical and quantum objectives match to 6+ decimal places in ALL 36 instances</a:t>
            </a:r>
          </a:p>
          <a:p>
            <a:pPr>
              <a:spcBef>
                <a:spcPts val="400"/>
              </a:spcBef>
              <a:defRPr sz="1400">
                <a:solidFill>
                  <a:srgbClr val="CCCCCC"/>
                </a:solidFill>
                <a:latin typeface="Calibri"/>
              </a:defRPr>
            </a:pPr>
            <a:r>
              <a:t>Slight increases with more VMs reflect the dynamic utilization cost component (uⱼ · vⱼᵢ)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10. Full Results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11430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14828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Instance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Objective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 (s)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Quantum (s)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D2D4F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1v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1.256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0.063x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1v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0.169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1.636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0.103x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1v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0.214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2.227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0.096x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1v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0.286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3.210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0.089x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1v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0.405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6.107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0.066x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1v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24.165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0.021x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2v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0.122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1.386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0.088x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2v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1.652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0.144x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2v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1.329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7.274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0.183x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2v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1.158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8.228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0.141x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2v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6.461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0.128x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2v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1.253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22.273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0.056x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3v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1.753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0.134x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3v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0.502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2.007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0.250x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3v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2.765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0.269x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3v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1.083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4.614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0.235x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3v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53.0007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2.380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15.017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0.158x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3v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5.278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70.791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0.075x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4v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0.387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1.579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0.245x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4v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0.599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2.272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0.264x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4v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1.012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2.947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0.344x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4v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43.0000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1.549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5.209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0.297x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4v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53.0013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2.120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7.452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0.284x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4v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63.0004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5.521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41.878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0.132x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5v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0.572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1.627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0.352x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5v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1.841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0.408x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5v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1.159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3.164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0.366x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5v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43.0001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8.147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22.448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0.363x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5v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53.0004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2.981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10.045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0.297x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5v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63.0009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3.906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20.098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0.194x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1s × 6v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11.0001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0.763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1.741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0.438x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2s × 6v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22.0006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1.928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4.681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0.412x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3s × 6v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33.0000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3.632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8.016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0.453x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4s × 6v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43.0010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15.080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31.640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0.477x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148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5s × 6v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53.0024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4.425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11.151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0.397x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252540"/>
                    </a:solidFill>
                  </a:tcPr>
                </a:tc>
              </a:tr>
              <a:tr h="14828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6s × 6v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63.0002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11.230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53.355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0.210x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t>✓ SUCCESS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11.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Qiskit 1.x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Core quantum computing SDK by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qiskit-algorithms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QAOA, VQE, NumPyMinimumEigensolver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qiskit-optimization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ADMM, QUBO conversion, constraint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qiskit-aer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High-performance quantum circuit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DOcplex (CPLEX)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IBM CPLEX modeling for mathematical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StatevectorSampler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97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Exact statevector simulation (no noise)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COBYLA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93775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Gradient-free optimizer for variational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matplotlib / 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577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Visualization and numerical computation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18CF0"/>
                </a:solidFill>
                <a:latin typeface="Calibri"/>
              </a:defRPr>
            </a:pPr>
            <a:r>
              <a:t>12.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Calibri"/>
              </a:defRPr>
            </a:pPr>
            <a:r>
              <a:t>Key Findings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100% feasibility (36/36) for both solvers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after snap_to_feasible() post-processing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Identical objective values confirm QAOA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correctly solves the combinatorial sub-problem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Classical solver is 2–50x faster in simulation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(expected: no quantum hardware advantage yet)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ADMM successfully decomposes the MIQP into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manageable quantum-compatible sub-problems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The framework scales to 6 servers × 6 VMs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(36 binary+continuous variables) without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alibri"/>
              </a:defRPr>
            </a:pPr>
            <a:r>
              <a:t>Future Work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Run on real quantum hardware (IBM Quantum)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to assess noise impact and true quantum speedup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Scale to larger instances (10+ servers, 10+ VMs)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using hardware-efficient ansatz and error mitigation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Explore alternative quantum algorithms: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VQE for the QUBO sub-problem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Grover Adaptive Search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Quantum Annealing (D-Wave)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Add realistic constraints: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Network latency between servers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Memory and storage limits</a:t>
            </a:r>
          </a:p>
          <a:p>
            <a:pPr>
              <a:spcBef>
                <a:spcPts val="4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  • Multi-objective optimization (cost + latency)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18CF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Quantum vs Classical Optimization  •  Qiskit 1.x  •  ADMM + QAOA  •  36 Instances  •  100% Feasibility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