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Quantum–Classical Optimization of Server–VM Allocation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Formal academic presentation based on code analysis and batch experimental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project investigates a constrained server–VM resource allocation problem through a hybrid optimization framework based on DOcplex and Qiskit.</a:t>
            </a:r>
          </a:p>
          <a:p>
            <a:pPr>
              <a:defRPr sz="2000"/>
            </a:pPr>
            <a:r>
              <a:t>The main objective is to compare the behavior of a classical ADMM pipeline against a quantum-oriented ADMM + QAOA pipeline under identical formulations.</a:t>
            </a:r>
          </a:p>
          <a:p>
            <a:pPr>
              <a:defRPr sz="2000"/>
            </a:pPr>
            <a:r>
              <a:t>The experimental campaign evaluates 36 problem instances obtained by varying both the number of servers and the number of virtual machines from 1 to 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model includes binary decision variables for server activation, continuous allocation variables for VM-to-server assignment, and auxiliary continuous variables enforcing minimum CPU per VM.</a:t>
            </a:r>
          </a:p>
          <a:p>
            <a:pPr>
              <a:defRPr sz="2000"/>
            </a:pPr>
            <a:r>
              <a:t>The objective function combines a fixed activation cost for each server and a dynamic utilization-related cost associated with allocated resources.</a:t>
            </a:r>
          </a:p>
          <a:p>
            <a:pPr>
              <a:defRPr sz="2000"/>
            </a:pPr>
            <a:r>
              <a:t>Constraints impose server capacity limits, VM allocation ceilings, and minimum CPU guarantees, while the parameter require_all_on forces all servers to remain active in the tested campaign.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file qiskit_opt.py implements input parsing, deterministic validation, mathematical model creation, solver execution, feasibility repair, and result serialization.</a:t>
            </a:r>
          </a:p>
          <a:p>
            <a:pPr>
              <a:defRPr sz="2000"/>
            </a:pPr>
            <a:r>
              <a:t>The file run_batch_qiskit.py generates the benchmark campaign, computes safe VM allocation limits, launches individual optimization processes, and records logs for reproducibility.</a:t>
            </a:r>
          </a:p>
          <a:p>
            <a:pPr>
              <a:defRPr sz="2000"/>
            </a:pPr>
            <a:r>
              <a:t>This modular structure separates instance generation from optimization and post-processing, which is beneficial for academic experimentation and systematic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Methodological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central contribution of the implementation is the explicit feasibility safeguard introduced through safe VM allocation limits and a pre-run feasibility check.</a:t>
            </a:r>
          </a:p>
          <a:p>
            <a:pPr>
              <a:defRPr sz="2000"/>
            </a:pPr>
            <a:r>
              <a:t>This design prevents structurally infeasible instances and ensures that solver outcomes are evaluated on valid optimization problems rather than invalid synthetic data.</a:t>
            </a:r>
          </a:p>
          <a:p>
            <a:pPr>
              <a:defRPr sz="2000"/>
            </a:pPr>
            <a:r>
              <a:t>A custom snap-to-feasible post-processing routine is also used to correct near-feasible ADMM outputs and align them with strict feasibility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classical approach uses ADMM with an exact minimum eigensolver for the binary subproblem and COBYLA for the continuous part.</a:t>
            </a:r>
          </a:p>
          <a:p>
            <a:pPr>
              <a:defRPr sz="2000"/>
            </a:pPr>
            <a:r>
              <a:t>The quantum-oriented approach replaces the exact binary optimizer with QAOA driven by a statevector sampler, while retaining ADMM and COBYLA for the remaining optimization steps.</a:t>
            </a:r>
          </a:p>
          <a:p>
            <a:pPr>
              <a:defRPr sz="2000"/>
            </a:pPr>
            <a:r>
              <a:t>Both approaches are executed in fast mode in the present dataset, which reduces the quantum circuit depth and the optimizer iteration count for practical batch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718457">
                <a:tc>
                  <a:txBody>
                    <a:bodyPr/>
                    <a:lstStyle/>
                    <a:p>
                      <a:r>
                        <a:rPr sz="15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Value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Total 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36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Classical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Quantum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Mean classical runtime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2.263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Mean quantum runtime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10.834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400"/>
                        <a:t>Quantum/Classical runtime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4.79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by Number of Virtual Machines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18457">
                <a:tc>
                  <a:txBody>
                    <a:bodyPr/>
                    <a:lstStyle/>
                    <a:p>
                      <a:r>
                        <a:rPr sz="1500"/>
                        <a:t>VMs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Classical avg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Quantum avg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Quantum/Classical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21.47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8.56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8.65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5.92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3.24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5.929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17.074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by Number of Servers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18457">
                <a:tc>
                  <a:txBody>
                    <a:bodyPr/>
                    <a:lstStyle/>
                    <a:p>
                      <a:r>
                        <a:rPr sz="1500"/>
                        <a:t>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Classical avg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Quantum avg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Quantum/Classical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4.3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3.47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4.406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3.33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12.533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2.74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4.29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4.632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35.511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7.67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All 36 benchmark instances reached SUCCESS for both the classical and the quantum-oriented pipelines.</a:t>
            </a:r>
          </a:p>
          <a:p>
            <a:pPr>
              <a:defRPr sz="2000"/>
            </a:pPr>
            <a:r>
              <a:t>The mean classical runtime was 2.263 seconds, while the mean quantum runtime was 10.834 seconds.</a:t>
            </a:r>
          </a:p>
          <a:p>
            <a:pPr>
              <a:defRPr sz="2000"/>
            </a:pPr>
            <a:r>
              <a:t>In the present simulator-based setting, the quantum-oriented workflow was approximately 4.8 times slower on average than the classical workflow.</a:t>
            </a:r>
          </a:p>
          <a:p>
            <a:pPr>
              <a:defRPr sz="2000"/>
            </a:pPr>
            <a:r>
              <a:t>The objective values produced by the two approaches were aligned across the dataset, which indicates equivalence in solution quality for the tested instances.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results suggest that the current value of the quantum-oriented implementation lies primarily in methodological benchmarking rather than runtime superiority.</a:t>
            </a:r>
          </a:p>
          <a:p>
            <a:pPr>
              <a:defRPr sz="2000"/>
            </a:pPr>
            <a:r>
              <a:t>Since the binary part is handled through QAOA on a simulated backend, the algorithm incurs substantial overhead without benefiting from physical quantum acceleration.</a:t>
            </a:r>
          </a:p>
          <a:p>
            <a:pPr>
              <a:defRPr sz="2000"/>
            </a:pPr>
            <a:r>
              <a:t>The classical exact optimizer therefore remains more efficient for small and medium synthetic instances, while the quantum pipeline still demonstrates correctness and integration feasibility.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codebase is academically relevant because it combines mathematical modeling, hybrid solver orchestration, numerical safeguards, and automated experimentation in a single reproducible workflow.</a:t>
            </a:r>
          </a:p>
          <a:p>
            <a:pPr>
              <a:defRPr sz="2000"/>
            </a:pPr>
            <a:r>
              <a:t>The exported JSON structure stores objectives, statuses, vectors, residual traces, timings, and generated figures, which supports later statistical analysis and presentation.</a:t>
            </a:r>
          </a:p>
          <a:p>
            <a:pPr>
              <a:defRPr sz="2000"/>
            </a:pPr>
            <a:r>
              <a:t>The batch runner is particularly useful for thesis work because it enables controlled scaling studies and systematic solver comparisons over a grid of test instances.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present instances are synthetic, small, and relatively regular, with homogeneous costs and capacities that simplify the optimization landscape.</a:t>
            </a:r>
          </a:p>
          <a:p>
            <a:pPr>
              <a:defRPr sz="2000"/>
            </a:pPr>
            <a:r>
              <a:t>The assumption require_all_on=True reduces the combinatorial difficulty of the binary decision layer and should be relaxed in future work.</a:t>
            </a:r>
          </a:p>
          <a:p>
            <a:pPr>
              <a:defRPr sz="2000"/>
            </a:pPr>
            <a:r>
              <a:t>Future research should test larger heterogeneous instances, compare against additional baselines such as CPLEX, and evaluate execution on real quantum hardware or more advanced simulators.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project delivers a complete hybrid quantum–classical optimization pipeline for constrained server–VM allocation.</a:t>
            </a:r>
          </a:p>
          <a:p>
            <a:pPr>
              <a:defRPr sz="2000"/>
            </a:pPr>
            <a:r>
              <a:t>The revised formulation and preprocessing logic successfully transformed the benchmark suite into a fully feasible and reproducible experimental dataset.</a:t>
            </a:r>
          </a:p>
          <a:p>
            <a:pPr>
              <a:defRPr sz="2000"/>
            </a:pPr>
            <a:r>
              <a:t>Within the explored regime, the classical solver clearly dominates in runtime, whereas the quantum-oriented implementation remains valuable as a research prototype and as a foundation for future scaling studies.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